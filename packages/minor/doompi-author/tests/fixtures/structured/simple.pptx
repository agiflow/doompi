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p"/>
</file>

<file path=ppt/slides/slide1.xml><?xml version="1.0" encoding="utf-8"?>
<p:sld xmlns:p="p" xmlns:a="a">
  <a:p>
    <a:r>
      <a:rPr lang="en-US"/>
      <a:t>Hello</a:t>
    </a:r>
  </a:p>
</p:sld>
</file>

<file path=marker.txt>untouched
</file>